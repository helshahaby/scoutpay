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50292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FE4CC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143000"/>
            <a:ext cx="59436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Verified work.</a:t>
            </a:r>
            <a:br/>
            <a:r>
              <a:t>Trusted proof.</a:t>
            </a:r>
            <a:br/>
            <a:r>
              <a:t>Stablecoin rewards.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65760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0">
                <a:solidFill>
                  <a:srgbClr val="C3D8DA"/>
                </a:solidFill>
                <a:latin typeface="Aptos"/>
              </a:defRPr>
            </a:pPr>
            <a:r>
              <a:t>A crypto-native marketplace for real-world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12280" y="594360"/>
            <a:ext cx="4709160" cy="5440680"/>
          </a:xfrm>
          <a:prstGeom prst="round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dashboar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152" y="713232"/>
            <a:ext cx="4471416" cy="520293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" y="61447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1">
                <a:solidFill>
                  <a:srgbClr val="8FE4CC"/>
                </a:solidFill>
                <a:latin typeface="Aptos"/>
              </a:defRPr>
            </a:pPr>
            <a:r>
              <a:t>COLOSSEUM HACKATHON MVP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01 ·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Field verification is still slow, fragmented and hard to trust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Operational drag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Calls, spreadsheets and contractors make small field checks expensive.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Weak evidence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 photo alone does not prove location, time, uniqueness or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Payment friction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Cross-border micro-rewards are delayed, costly and hard to audit.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D85B5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Limited participation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Local contributors lack a transparent way to access verified work.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02 ·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One accountable loop from question to payout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ScoutPay combines structured proof, AI assistance, reviewer judgment and transparent reward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04671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1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Sponsor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Posts task + escrows USDC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3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090672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90672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90672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Worker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Captures field evidence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12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376672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AI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Scores proof quality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05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79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62671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62671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62671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Reviewer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1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Approves or rejects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91472" y="3017520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600" b="1">
                <a:solidFill>
                  <a:srgbClr val="14A36D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784080" y="2240280"/>
            <a:ext cx="193852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948672" y="2423160"/>
            <a:ext cx="411480" cy="411480"/>
          </a:xfrm>
          <a:prstGeom prst="roundRect">
            <a:avLst/>
          </a:prstGeom>
          <a:solidFill>
            <a:srgbClr val="087D84"/>
          </a:solidFill>
          <a:ln>
            <a:solidFill>
              <a:srgbClr val="087D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48672" y="2514600"/>
            <a:ext cx="411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48672" y="2999232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Network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48672" y="3410712"/>
            <a:ext cx="15727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Pays + updates trust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892040"/>
            <a:ext cx="10881360" cy="777240"/>
          </a:xfrm>
          <a:prstGeom prst="roundRect">
            <a:avLst/>
          </a:prstGeom>
          <a:solidFill>
            <a:srgbClr val="E4F3F1"/>
          </a:solidFill>
          <a:ln>
            <a:solidFill>
              <a:srgbClr val="E4F3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" y="513892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087D84"/>
                </a:solidFill>
                <a:latin typeface="Aptos"/>
              </a:defRPr>
            </a:pPr>
            <a:r>
              <a:t>Proof bundle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5138928"/>
            <a:ext cx="8778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173238"/>
                </a:solidFill>
                <a:latin typeface="Aptos"/>
              </a:defRPr>
            </a:pPr>
            <a:r>
              <a:t>GPS location  ·  photo  ·  timestamp  ·  short note  ·  optional sensor result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03 ·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A marketplace for verified field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Seven realistic tasks across five categories, with rewards locked in escrow.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6903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task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6647688" cy="39044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82127" y="2084831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24942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Discover locally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54203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Map and list views surface nearby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255263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4198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Understand the ask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12463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Reward, deadline, urgency and proof rules are explicit.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425696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5902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Choose by expertise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488289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DePIN, payments, infrastructure, humanitarian and connectivity.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04 · TRUST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AI assists. Humans decide.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Reviewers see evidence quality and fraud indicators before releasing funds.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6903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re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6647688" cy="39044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82127" y="2084831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24942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Multi-signal 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54203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Location, image, uniqueness and risk.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255263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4198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Fast decisions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12463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Approve or reject from one review queue.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425696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5902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Auditable outcome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488289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Proof and payout references remain visible.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05 · SPONSOR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Launch campaigns without operational overhead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Set the location, reward, verification count, deadline and required evidence.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69037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sponso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48256"/>
            <a:ext cx="6647688" cy="3904487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882127" y="2084831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2249424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Budget clarity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19872" y="2542032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Preview total USDC before launch.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82127" y="3255263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19872" y="3419856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Flexible proof rules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19872" y="3712463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Match evidence requirements to the task.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4425696"/>
            <a:ext cx="36118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19872" y="4590288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1">
                <a:solidFill>
                  <a:srgbClr val="173238"/>
                </a:solidFill>
                <a:latin typeface="Aptos"/>
              </a:defRPr>
            </a:pPr>
            <a:r>
              <a:t>Instant distribution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19872" y="4882896"/>
            <a:ext cx="3063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900" b="0">
                <a:solidFill>
                  <a:srgbClr val="60777B"/>
                </a:solidFill>
                <a:latin typeface="Aptos"/>
              </a:defRPr>
            </a:pPr>
            <a:r>
              <a:t>New work appears in the contributor feed.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06 · NETWORK EFFECTS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Every approved task compounds trust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0">
                <a:solidFill>
                  <a:srgbClr val="60777B"/>
                </a:solidFill>
                <a:latin typeface="Aptos"/>
              </a:defRPr>
            </a:pPr>
            <a:r>
              <a:t>Reputation turns repeated field work into a portable verifier identity.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658368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pt_reput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" y="2002536"/>
            <a:ext cx="6327648" cy="39502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99339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087D84"/>
                </a:solidFill>
                <a:latin typeface="Aptos"/>
              </a:defRPr>
            </a:pPr>
            <a:r>
              <a:t>76/100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72600" y="206654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Trust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26679" y="295351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14A36D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302666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Approval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79" y="391363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173238"/>
                </a:solidFill>
                <a:latin typeface="Aptos"/>
              </a:defRPr>
            </a:pPr>
            <a:r>
              <a:t>38.75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398678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USDC earned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26679" y="4873752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300" b="1">
                <a:solidFill>
                  <a:srgbClr val="D68A20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4946904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Badge tracks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5486400"/>
            <a:ext cx="3383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200" b="1">
                <a:solidFill>
                  <a:srgbClr val="173238"/>
                </a:solidFill>
                <a:latin typeface="Aptos"/>
              </a:defRPr>
            </a:pPr>
            <a:r>
              <a:t>Better reputation → higher confidence → more valuable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07 · MVP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Built to demo now—and swap in production rails later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Mobile-first product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Responsive task, proof, review, sponsor and reputation experiences.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Persistent demo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The full journey survives refresh without accounts or setup.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Deterministic 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Repeatable AI-style scores keep judging consistent.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14A36D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Replaceable crypto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Mock wallet, escrow and hashes can move to Solana or EVM contracts.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08 · WHY SCOUTPAY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88136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173238"/>
                </a:solidFill>
                <a:latin typeface="Aptos"/>
              </a:defRPr>
            </a:pPr>
            <a:r>
              <a:t>More than a task board. More practical than pure automation.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8696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35607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Proof-native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35607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Evidence requirements are structured before work begins.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8288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0299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59168" y="19933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Human + machine review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59168" y="23591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AI accelerates decisions without hiding reviewer accountability.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5607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Transparent incentives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35607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Rewards are visible before acceptance and released on approval.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3429000"/>
            <a:ext cx="51663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4E3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0528" y="3630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087D84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9168" y="3593592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173238"/>
                </a:solidFill>
                <a:latin typeface="Aptos"/>
              </a:defRPr>
            </a:pPr>
            <a:r>
              <a:t>Portable reputation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59168" y="3959352"/>
            <a:ext cx="40690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0">
                <a:solidFill>
                  <a:srgbClr val="60777B"/>
                </a:solidFill>
                <a:latin typeface="Aptos"/>
              </a:defRPr>
            </a:pPr>
            <a:r>
              <a:t>Approved work grows a reusable trust profile and badges.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73952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800" b="1">
                <a:solidFill>
                  <a:srgbClr val="60777B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64240" y="6473952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800" b="1">
                <a:solidFill>
                  <a:srgbClr val="60777B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914400"/>
            <a:ext cx="105156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ptos"/>
              </a:defRPr>
            </a:pPr>
            <a:r>
              <a:t>From simulation to a live verification network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288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98448" y="182880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Accounts &amp; persistent campaigns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2487168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8448" y="248716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Real wallet connection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145536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314553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Smart-contract escrow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803904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8448" y="3803904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Secure proof storage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" y="4462272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000" b="1">
                <a:solidFill>
                  <a:srgbClr val="8FE4CC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8448" y="4462272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Vertical pilot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20840" y="1828800"/>
            <a:ext cx="4709160" cy="3401568"/>
          </a:xfrm>
          <a:prstGeom prst="roundRect">
            <a:avLst/>
          </a:prstGeom>
          <a:solidFill>
            <a:srgbClr val="24464B"/>
          </a:solidFill>
          <a:ln>
            <a:solidFill>
              <a:srgbClr val="2446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86600" y="214884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400" b="1">
                <a:solidFill>
                  <a:srgbClr val="8FE4CC"/>
                </a:solidFill>
                <a:latin typeface="Aptos"/>
              </a:defRPr>
            </a:pPr>
            <a:r>
              <a:t>What we’re looking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697480"/>
            <a:ext cx="3749039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300" b="0">
                <a:solidFill>
                  <a:srgbClr val="FFFFFF"/>
                </a:solidFill>
                <a:latin typeface="Aptos"/>
              </a:defRPr>
            </a:pPr>
            <a:r>
              <a:t>•  A launch partner with repeat field-verification needs</a:t>
            </a:r>
            <a:br/>
            <a:br/>
            <a:r>
              <a:t>•  Feedback from DePIN and stablecoin builders</a:t>
            </a:r>
            <a:br/>
            <a:br/>
            <a:r>
              <a:t>•  Support taking escrow and proof integrity on-chain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172200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 sz="1100" b="1">
                <a:solidFill>
                  <a:srgbClr val="8FE4CC"/>
                </a:solidFill>
                <a:latin typeface="Aptos"/>
              </a:defRPr>
            </a:pPr>
            <a:r>
              <a:t>ScoutPay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608076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defRPr sz="1800" b="1">
                <a:solidFill>
                  <a:srgbClr val="FFFFFF"/>
                </a:solidFill>
                <a:latin typeface="Aptos"/>
              </a:defRPr>
            </a:pPr>
            <a:r>
              <a:t>Make real-world truth payable.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