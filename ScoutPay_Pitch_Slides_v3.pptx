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FE4CC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943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Verified work.</a:t>
            </a:r>
            <a:br/>
            <a:r>
              <a:t>Trusted proof.</a:t>
            </a:r>
            <a:br/>
            <a:r>
              <a:t>Stablecoin rewards.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6576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3D8DA"/>
                </a:solidFill>
                <a:latin typeface="Aptos"/>
              </a:defRPr>
            </a:pPr>
            <a:r>
              <a:t>A crypto-native marketplace for real-world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594360"/>
            <a:ext cx="47091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713232"/>
            <a:ext cx="4471416" cy="5202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1447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FE4CC"/>
                </a:solidFill>
                <a:latin typeface="Aptos"/>
              </a:defRPr>
            </a:pPr>
            <a:r>
              <a:t>COLOSSEUM HACKATHON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Field verification is still slow, fragmented and hard to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Operational drag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Calls, spreadsheets and contractors make small field checks expensive.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Weak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 photo alone does not prove location, time, uniqueness or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Payment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Cross-border micro-rewards are delayed, costly and hard to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Limited participation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Local contributors lack a transparent way to access verified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One accountable loop from question to payout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ScoutPay combines structured proof, AI assistance, reviewer judgment and transparent reward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1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Sponsor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Posts task + escrows USDC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90672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Captures field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76672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Scores proof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62671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Approves or rejects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48672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Pays + updates trust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92040"/>
            <a:ext cx="10881360" cy="777240"/>
          </a:xfrm>
          <a:prstGeom prst="roundRect">
            <a:avLst/>
          </a:prstGeom>
          <a:solidFill>
            <a:srgbClr val="E4F3F1"/>
          </a:solidFill>
          <a:ln>
            <a:solidFill>
              <a:srgbClr val="E4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13892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87D84"/>
                </a:solidFill>
                <a:latin typeface="Aptos"/>
              </a:defRPr>
            </a:pPr>
            <a:r>
              <a:t>Proof bundle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1389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173238"/>
                </a:solidFill>
                <a:latin typeface="Aptos"/>
              </a:defRPr>
            </a:pPr>
            <a:r>
              <a:t>GPS location  ·  photo  ·  timestamp  ·  short note  ·  optional sensor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03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A marketplace for verified field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Seven realistic tasks across five categories, with rewards locked in escrow.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6903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tas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6647688" cy="39044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82127" y="2084831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24942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Discover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54203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Map and list views surface nearby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255263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4198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Understand 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12463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Reward, deadline, urgency and proof rules are explicit.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425696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5902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Choose by 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488289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DePIN, payments, infrastructure, humanitarian and connectivity.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04 ·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AI assists. Humans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Reviewers see evidence quality and fraud indicators before releasing funds.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6903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6647688" cy="39044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82127" y="2084831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24942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Multi-signal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54203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Location, image, uniqueness and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255263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4198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Fast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12463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Approve or reject from one review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425696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5902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Auditable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488289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Proof and payout references remain visible.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05 · SPONSOR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Launch campaigns without operational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Set the location, reward, verification count, deadline and required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6903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spo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6647688" cy="39044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82127" y="2084831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24942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Budget 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54203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Preview total USDC before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255263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4198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Flexible proof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12463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Match evidence requirements to the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425696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5902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Instant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488289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New work appears in the contributor feed.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06 · NETWORK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Every approved task compounds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Reputation turns repeated field work into a portable verifier identity.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5836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repu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02536"/>
            <a:ext cx="6327648" cy="3950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99339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087D84"/>
                </a:solidFill>
                <a:latin typeface="Aptos"/>
              </a:defRPr>
            </a:pPr>
            <a:r>
              <a:t>76/100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0665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Trust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9535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14A36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3026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Approval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9136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173238"/>
                </a:solidFill>
                <a:latin typeface="Aptos"/>
              </a:defRPr>
            </a:pPr>
            <a:r>
              <a:t>38.75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9867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USDC 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8737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D68A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9469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Badge tracks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4864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173238"/>
                </a:solidFill>
                <a:latin typeface="Aptos"/>
              </a:defRPr>
            </a:pPr>
            <a:r>
              <a:t>Better reputation → higher confidence → more valuable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07 · MVP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Built to demo now—and swap in production rails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Mobile-first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Responsive task, proof, review, sponsor and reputation experiences.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Persistent demo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The full journey survives refresh without accounts or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Deterministic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Repeatable AI-style scores keep judging consistent.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Replaceable crypto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Mock wallet, escrow and hashes can move to Solana or EVM contracts.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08 · WHY SCOUTPAY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More than a task board. More practical than pure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Proof-native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Evidence requirements are structured before work begins.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Human + machine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AI accelerates decisions without hiding reviewer accountability.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Transparent incentives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Rewards are visible before acceptance and released on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Portable reputation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Approved work grows a reusable trust profile and badges.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From simulation to a live verification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Accounts &amp; persistent campaigns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487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Real wallet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4553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1455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Smart-contract escrow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0390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8039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Secure proof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4622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462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Vertical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828800"/>
            <a:ext cx="4709160" cy="3401568"/>
          </a:xfrm>
          <a:prstGeom prst="roundRect">
            <a:avLst/>
          </a:prstGeom>
          <a:solidFill>
            <a:srgbClr val="24464B"/>
          </a:solidFill>
          <a:ln>
            <a:solidFill>
              <a:srgbClr val="24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8FE4CC"/>
                </a:solidFill>
                <a:latin typeface="Aptos"/>
              </a:defRPr>
            </a:pPr>
            <a:r>
              <a:t>What we’re looking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97480"/>
            <a:ext cx="374903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 A launch partner with repeat field-verification needs</a:t>
            </a:r>
            <a:br/>
            <a:br/>
            <a:r>
              <a:t>•  Feedback from DePIN and stablecoin builders</a:t>
            </a:r>
            <a:br/>
            <a:br/>
            <a:r>
              <a:t>•  Support taking escrow and proof integrity on-chain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72200"/>
            <a:ext cx="4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FE4CC"/>
                </a:solidFill>
                <a:latin typeface="Aptos"/>
              </a:defRPr>
            </a:pPr>
            <a:r>
              <a:t>ScoutPay  ·  Founder pitch: youtu.be/bvyApfTG4oU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60807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ptos"/>
              </a:defRPr>
            </a:pPr>
            <a:r>
              <a:t>Make real-world truth payable.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